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96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RIMSS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Inventory Management &amp; Sales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Solution Diagrams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4023360"/>
            <a:ext cx="36576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 Document Companion ©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Compact Solution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Expressing the entire solution in one view using icons and environment groupings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39496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Web Client Environment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926080"/>
            <a:ext cx="5394960" cy="2194560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 Server Environment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5029200" cy="4114800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3504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 External Services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5240">
            <a:solidFill>
              <a:srgbClr val="64B5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356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  Desktop Browser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7922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 / Safari / Edge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5240">
            <a:solidFill>
              <a:srgbClr val="64B5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4356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Mobile Browser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7922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iOS / Android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BBDEFB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55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Node.js/Express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124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· JWT Auth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29184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355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🍃 MongoDB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7124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 ODM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E0B2"/>
          </a:solidFill>
          <a:ln w="15240">
            <a:solidFill>
              <a:srgbClr val="FF9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435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Stripe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7922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95360" y="13716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3E5F5"/>
          </a:solidFill>
          <a:ln w="15240">
            <a:solidFill>
              <a:srgbClr val="AB47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1435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CDN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1792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Images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7432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CE4EC"/>
          </a:solidFill>
          <a:ln w="15240">
            <a:solidFill>
              <a:srgbClr val="E91E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8072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JWT Auth Store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1638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Validation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95360" y="2743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8EAF6"/>
          </a:solidFill>
          <a:ln w="15240">
            <a:solidFill>
              <a:srgbClr val="7986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2807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Email Service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Notifications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45920" y="2194560"/>
            <a:ext cx="0" cy="109728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005840" y="2578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HTTPS/JSON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97680" y="2194560"/>
            <a:ext cx="0" cy="109728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57600" y="2578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HTTPS/JSON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0" y="3703320"/>
            <a:ext cx="457200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331720" y="3538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0" y="3520440"/>
            <a:ext cx="3566160" cy="-169164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886200" y="25100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0" y="3749040"/>
            <a:ext cx="3566160" cy="-68580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886200" y="32415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Protocol: HTTP/HTTPS · Data Format: JSON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legacy monolithic system → modern decoupled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Legacy / Old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 w="1524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09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  Server-Side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6654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/ Java Monolith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524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072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 Session State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6382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on server memory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524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044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  Relational 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26110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/ Oracle (rigid)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2514600"/>
            <a:ext cx="0" cy="22860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0" y="3566160"/>
            <a:ext cx="0" cy="27432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49240" y="3200400"/>
            <a:ext cx="914400" cy="0"/>
          </a:xfrm>
          <a:prstGeom prst="line">
            <a:avLst/>
          </a:prstGeom>
          <a:noFill/>
          <a:ln w="38100">
            <a:solidFill>
              <a:srgbClr val="C9A96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074920" y="27889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Decoupling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46520" y="1097280"/>
            <a:ext cx="539496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537960" y="1143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Modern RIMSS Architecture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64592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7099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Angular 17 SPA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0665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rendering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27432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BBDEFB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80720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Node.js REST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1638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· Express · JWT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384048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9044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🍃 MongoDB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426110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DB · Flexible schema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52560" y="2468880"/>
            <a:ext cx="0" cy="27432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412480" y="24414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API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052560" y="3566160"/>
            <a:ext cx="0" cy="27432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412480" y="3538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 ODM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75120" y="48463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Horizontal scaling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504748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Flexible document schema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524865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Client-side performance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54498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Stateless + JWT security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Diagram — Checkout &amp; Payment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Numbered sequence showing how data flows through the system during a checkout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3F2FD"/>
          </a:solidFill>
          <a:ln w="15240">
            <a:solidFill>
              <a:srgbClr val="9999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698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Customer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4264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07008" y="1783080"/>
            <a:ext cx="0" cy="4572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606040" y="10058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3F2FD"/>
          </a:solidFill>
          <a:ln w="1524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0698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  Angular SPA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4264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30168" y="1783080"/>
            <a:ext cx="0" cy="4572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029200" y="10058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BBDEFB"/>
          </a:solidFill>
          <a:ln w="1524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0698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Node.js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4264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Backend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53328" y="1783080"/>
            <a:ext cx="0" cy="4572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452360" y="10058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E0B2"/>
          </a:solidFill>
          <a:ln w="1524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0698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Stripe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14264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476488" y="1783080"/>
            <a:ext cx="0" cy="4572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875520" y="10058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8F5E9"/>
          </a:solidFill>
          <a:ln w="1524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10698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🍃 MongoDB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0" y="14264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899648" y="1783080"/>
            <a:ext cx="0" cy="4572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207008" y="2057400"/>
            <a:ext cx="2423160" cy="0"/>
          </a:xfrm>
          <a:prstGeom prst="line">
            <a:avLst/>
          </a:prstGeom>
          <a:noFill/>
          <a:ln w="1778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252728" y="187452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Submit Checkout Form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30168" y="2514600"/>
            <a:ext cx="2423160" cy="0"/>
          </a:xfrm>
          <a:prstGeom prst="line">
            <a:avLst/>
          </a:prstGeom>
          <a:noFill/>
          <a:ln w="1778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675888" y="233172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POST /api/payment/create-intent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53328" y="2971800"/>
            <a:ext cx="2423160" cy="0"/>
          </a:xfrm>
          <a:prstGeom prst="line">
            <a:avLst/>
          </a:prstGeom>
          <a:noFill/>
          <a:ln w="1778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099048" y="278892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Call Stripe API (create charge)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476488" y="3429000"/>
            <a:ext cx="-2423160" cy="0"/>
          </a:xfrm>
          <a:prstGeom prst="line">
            <a:avLst/>
          </a:prstGeom>
          <a:noFill/>
          <a:ln w="17780">
            <a:solidFill>
              <a:srgbClr val="E57373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099048" y="324612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Return Client Secret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53328" y="3886200"/>
            <a:ext cx="-2423160" cy="0"/>
          </a:xfrm>
          <a:prstGeom prst="line">
            <a:avLst/>
          </a:prstGeom>
          <a:noFill/>
          <a:ln w="17780">
            <a:solidFill>
              <a:srgbClr val="E57373"/>
            </a:solidFill>
            <a:prstDash val="dash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675888" y="370332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Forward Client Secret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30168" y="4343400"/>
            <a:ext cx="4846320" cy="0"/>
          </a:xfrm>
          <a:prstGeom prst="line">
            <a:avLst/>
          </a:prstGeom>
          <a:noFill/>
          <a:ln w="1778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675888" y="41605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⑥ Confirm Card Payment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476488" y="4800600"/>
            <a:ext cx="-4846320" cy="0"/>
          </a:xfrm>
          <a:prstGeom prst="line">
            <a:avLst/>
          </a:prstGeom>
          <a:noFill/>
          <a:ln w="17780">
            <a:solidFill>
              <a:srgbClr val="E57373"/>
            </a:solidFill>
            <a:prstDash val="dash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75888" y="46177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⑦ Payment Success Webhook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30168" y="5257800"/>
            <a:ext cx="2423160" cy="0"/>
          </a:xfrm>
          <a:prstGeom prst="line">
            <a:avLst/>
          </a:prstGeom>
          <a:noFill/>
          <a:ln w="1778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675888" y="507492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⑧ POST /api/orders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53328" y="5715000"/>
            <a:ext cx="4846320" cy="0"/>
          </a:xfrm>
          <a:prstGeom prst="line">
            <a:avLst/>
          </a:prstGeom>
          <a:noFill/>
          <a:ln w="1778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099048" y="55321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⑨ Insert Order → DB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2880" y="6309360"/>
            <a:ext cx="1179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= forward flow  ·  Red dashed = return flow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Model — Technology Alternatives (DAR)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Analysis &amp; Resolution: Options evaluated for each tier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524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64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17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Standalone + NgRx + Material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SELECTED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0" y="16002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664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Redux / Hooks based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55280" y="16002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664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Pinia state management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Logic Layer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524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644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621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REST · JWT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977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SELECTED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0" y="32004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32644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621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· Heavyweight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55280" y="32004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2644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Django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3621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ORM based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8006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5240">
            <a:solidFill>
              <a:srgbClr val="C9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646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52212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NoSQL · Flexible docs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55778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SELECTED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0" y="48006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48646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52212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· ACID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55280" y="48006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48646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55280" y="52212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· Mature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Criteria used: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Team Familiarity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06040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Scalability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Licensing Cost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69480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Ecosystem Support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01200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Performance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2026-04-10T04:20:21Z</dcterms:created>
  <dcterms:modified xsi:type="dcterms:W3CDTF">2026-04-10T04:20:21Z</dcterms:modified>
</cp:coreProperties>
</file>